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90A15E-985D-4AA8-A540-2A291D1CD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781F5F-14A5-409E-9634-CCAF17ECA5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A3149C-A080-4EFE-B67A-2B907137FC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6531EC-A1E2-4208-9A4D-97B7D75D4F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234F97-EC7B-4B10-993E-A13B0F6BB8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DD3E15-234B-44F3-9FFA-CBDDA307A2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097327-B913-4099-B5FC-F494AF9E2F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A1CDF0-79E9-4705-A226-45705F9E3C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9C6C4F-C0A8-464D-85ED-8F0AB1DFC7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A8C65F-BC4C-45D6-9D9D-817F4EFD05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5D8ACF-03AD-49FD-BDF1-9136BEE7C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Team &amp; Solution Overview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Team name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Members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Challenge area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One-line solution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Contact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828800" y="278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Problem Statement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Educational challenge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Objectives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Key questions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Why it matters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828800" y="353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Dataset Understanding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Dataset summary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Variables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Cleaning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Assumptions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Analytical Approach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Workflow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Methods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Models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Validation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1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Finding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Evidence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Interpretation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2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Finding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Evidence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Implications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828800" y="251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Predictive / Diagnostic Analysis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Model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Metrics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Important predictors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Early warning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Visualization / Dashboard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Dashboard screenshots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KPIs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Maps/Charts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828800" y="308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Recommendations and Road Map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Priority actions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Impact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Feasibility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Innovation &amp; Impact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Novelty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Scalability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Limitations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Expected impact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1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 &amp; Key Takeaways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Top takeaways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Next steps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• Thank you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LibreOffice/25.8.7.3$Windows_X86_64 LibreOffice_project/30742500f2d3eb4366ac312fa33d3dcabdb3eba5</Application>
  <AppVersion>15.0000</AppVersion>
  <Words>283</Words>
  <Paragraphs>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2026-07-24T15:16:46Z</dcterms:modified>
  <cp:revision>4</cp:revision>
  <dc:subject/>
  <dc:title>Team &amp; Solution Overview 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12</vt:i4>
  </property>
</Properties>
</file>